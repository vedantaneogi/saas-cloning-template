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Outlook Clone — Q4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Frank Miller · Acme Corp · 2026-05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Recap of P0 milestones</a:t>
            </a:r>
          </a:p>
          <a:p>
            <a:r>
              <a:t>Calendar recurrence + series delete</a:t>
            </a:r>
          </a:p>
          <a:p>
            <a:r>
              <a:t>Universal search dropdown</a:t>
            </a:r>
          </a:p>
          <a:p>
            <a:r>
              <a:t>Real attachment previews (xlsx, pdf, docx, pptx)</a:t>
            </a:r>
          </a:p>
          <a:p>
            <a:r>
              <a:t>RSVP &amp; scheduling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this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Coverage of CSV P0/P1 features</a:t>
            </a:r>
          </a:p>
          <a:p>
            <a:r>
              <a:t>P0 coverage: 100%</a:t>
            </a:r>
          </a:p>
          <a:p>
            <a:r>
              <a:t>P1 coverage: 70% → 90% (this batch)</a:t>
            </a:r>
          </a:p>
          <a:p>
            <a:r>
              <a:t>Open: PowerPoint preview, sensitivity badge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4 candidates</a:t>
            </a:r>
          </a:p>
          <a:p>
            <a:r>
              <a:t>Sensitivity labels in reading pane</a:t>
            </a:r>
          </a:p>
          <a:p>
            <a:r>
              <a:t>Add-ins / Quick Steps polish</a:t>
            </a:r>
          </a:p>
          <a:p>
            <a:r>
              <a:t>Public release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